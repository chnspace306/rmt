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基于随机矩阵理论的特征值谱分析平台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FD8"/>
                </a:solidFill>
                <a:latin typeface="Microsoft YaHei"/>
              </a:defRPr>
            </a:pPr>
            <a:r>
              <a:t>RMT Analytics — Eigenvalue Spectrum Analysis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17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DD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计算机科学与技术学院 · 2026年5月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6713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为什么选择随机矩阵理论？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3571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RMT 核心理论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Wigner 半圆律 · Marchenko-Pastur 分布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0429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91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FastAPI + Vue 3 全栈架构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37287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核心算法与功能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77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信号检测 · RMT降噪 · IPR · 滚动窗口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4145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四大功能视图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Spectrum · IPR · Heatmap · Rolling Risk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51003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技术实现与部署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49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Docker · Nginx · Zeabur 云端部署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7861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应用场景演示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金融 · 环境 · 神经科学</a:t>
            </a:r>
          </a:p>
        </p:txBody>
      </p:sp>
      <p:sp>
        <p:nvSpPr>
          <p:cNvPr id="27" name="Oval 26"/>
          <p:cNvSpPr/>
          <p:nvPr/>
        </p:nvSpPr>
        <p:spPr>
          <a:xfrm>
            <a:off x="1371600" y="6471920"/>
            <a:ext cx="457200" cy="45720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创新点 · 未来工作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BACKGROUND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高维数据中如何区分真实信号与随机噪声？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传统 PCA 需要主观设定主成分数量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金融协方差矩阵包含大量统计噪声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缺乏统一的异常信号检测理论框架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029200" cy="41148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080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RMT 提供的解决方案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M-P 分布给出特征值的理论边界 λ₊ 和 λ₋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超出 λ₊ 即标记为「统计显著」的信号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无需人工设定阈值，完全由数据维度 q=p/n 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可用于降噪、信号提取、系统性风险监测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核心思想：利用随机矩阵的普适性统计规律，为高维数据分析提供一个非参数化的信号检测框架。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RMT 核心理论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WIGNER SEMICIRCLE LAW &amp; MARCHENKO-PASTUR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29260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29260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Wigner 半圆律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适用对象：高斯正交系 (GOE) 随机矩阵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H = (A+Aᵀ)/√2，A ∼ N(0,σ²)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ρ(λ) = (2/πR²)·√(R²−λ²)，|λ|≤R=2σ√N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揭示了随机对称矩阵特征值分布的普适性规律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0800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Marchenko-Pastur 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适用对象：样本协方差矩阵 C = XᵀX/n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X 为 n×p 随机矩阵，定义 q = p/n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λ₊ = σ²(1+√q)²    λ₋ = σ²(1−√q)²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ρ(λ) = √[(λ₊−λ)(λ−λ₋)] / (2πqσ²λ)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080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信号检测原理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任意 λ &gt; λ₊ 的特征值在统计上极不可能由纯随机噪声产生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λ₊ 提供了一个完全由数据维度决定的自动阈值——无需人工调参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特征值超出 λ₊ 的数量即真实信号成分的估计数量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22860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2286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Vue 3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ECharts 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Tailwind CSS 暗色主题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marked + KaTeX AI报告渲染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383280" cy="22860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508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网关层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Nginx 反向代理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06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/api/* → 后端服务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静态资源 1年缓存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Gzip 压缩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3383280" cy="22860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737360"/>
            <a:ext cx="508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FastAPI + Uvicorn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NumPy/SciPy 数值计算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Pandas 数据处理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OpenAI SDK SSE流式AI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48056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FD8"/>
                </a:solidFill>
                <a:latin typeface="Microsoft YaHei"/>
              </a:defRPr>
            </a:pPr>
            <a:r>
              <a:t>数据流：CSV上传 → Pandas预处理(缺失值/标准化) → 协方差矩阵 C=XᵀX/n</a:t>
            </a:r>
          </a:p>
          <a:p>
            <a:pPr>
              <a:defRPr sz="1200" b="0">
                <a:solidFill>
                  <a:srgbClr val="CCCCDD"/>
                </a:solidFill>
                <a:latin typeface="Consolas"/>
              </a:defRPr>
            </a:pPr>
            <a:r>
              <a:t>        → eigh(C)特征值分解 → MP理论边界计算 → 异常值检测</a:t>
            </a:r>
          </a:p>
          <a:p>
            <a:pPr>
              <a:defRPr sz="1200" b="0">
                <a:solidFill>
                  <a:srgbClr val="CCCCDD"/>
                </a:solidFill>
                <a:latin typeface="Consolas"/>
              </a:defRPr>
            </a:pPr>
            <a:r>
              <a:t>        → IPR局部化分析 → RMT降噪热力图 → 特征向量成分提取 → AI分析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核心分析引擎 — 9步处理流水线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CORE ANALYSIS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数据清洗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移除全NaN行列，计算稀疏度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19" y="184708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39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缺失值填充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31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零填充 / 列均值 / 删除行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173736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59" y="184708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79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标准化(可选)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331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z-score标准化或保留原始协方差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53872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协方差矩阵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C = (1/n)·XᵀX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42900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19" y="353872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39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特征值分解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023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np.linalg.eigh(C) —— 对称矩阵优化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342900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59" y="353872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79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理论边界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4023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λ₊=σ²(1+√q)², λ₋=σ²(1−√q)²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523036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57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异常检测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715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λ&gt;λ₊ → 提取Top-5特征向量成分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512064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17719" y="523036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39" y="5257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IPR+降噪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5715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IPR=Σv⁴, 信号子空间C_clean重建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599" y="5120640"/>
            <a:ext cx="3383280" cy="146304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66759" y="5230368"/>
            <a:ext cx="411480" cy="4114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79" y="5257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Microsoft YaHei"/>
              </a:defRPr>
            </a:pPr>
            <a:r>
              <a:t>结果输出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5715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MPResponse: 14个字段完整返回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四大功能视图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FOUR VIEW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10972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Spectrum 特征值谱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经验直方图 vs 理论分布曲线叠加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自适应分箱 + 异常值自动着色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图表↔面板双向联动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点击异常柱形→展开特征向量详情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10515600" cy="10972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08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IPR 局部化分析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204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IPRⱼ = Σᵢ(vᵢⱼ)⁴ 散点图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度量特征模式的局域化程度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IPR≈1/N 延展态, IPR≈1 局域态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物理/金融系统的相变检测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508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Heatmap 降噪矩阵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原始 vs RMT降噪 并排对比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Matplotlib后端渲染PNG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信号子空间保留,噪声均值替换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对角线归一化→相关系数矩阵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440680"/>
            <a:ext cx="10515600" cy="10972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50800" cy="10972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3A"/>
                </a:solidFill>
                <a:latin typeface="Microsoft YaHei"/>
              </a:defRPr>
            </a:pPr>
            <a:r>
              <a:t>Rolling 风险演化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滑动窗口λ₁时序折线图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3093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实时诊断结构性变异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6294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ECharts DataZoom时间轴缩放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9494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金融系统性风险/环境突变监测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前端技术实现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FRONTEND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219456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21945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组件架构 (Vue 3 Composition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App.vue — 主控组件(1051行), 30+响应式状态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RmtChart.vue — ECharts直方图, 自适应分箱算法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EigenvectorChart.vue — 特征向量全景Loading图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rmt.ts — 6个API函数, 三态基础路径适配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029200" cy="219456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080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交互设计亮点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图表↔面板双向联动 (点击异常→展开详情)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AI 分析侧边抽屉 + SSE 流式 Markdown 渲染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四领域语义解释系统 (通用/金融/环境/神经科学)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数据集缓存 + 多CSV切换 + 中英文双语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508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API 基础路径的三态适配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开发模式: VITE_API_BASE_URL 或默认 http://127.0.0.1:8000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自定义后端: .env 文件配置任意 VITE_API_BASE_URL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生产部署: 空字符串 '', 由 Nginx 反向代理接管 /api/ 路由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同一份代码无需任何修改, 即可在三种环境下正确运行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部署架构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DEPLOYMENT &amp;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2011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20116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Docker 多阶段构建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前端: node:20-alpine 构建 → nginx:stable-alpine 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后端: python:3.12-slim 单阶段, pip install +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Matplotlib Agg 后端保证无头服务器兼容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多路径数据集搜索适配任意部署环境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029200" cy="2011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080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Zeabur 云端配置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前后端统一 8080 端口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内网服务发现: rmt.zeabur.internal:8080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Nginx API反向代理 + SPA路由 try_files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Gzip压缩 + 静态资源1年缓存 + immutable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10515600" cy="24688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用户浏览器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┌───────────────┴───────────────┐</a:t>
            </a:r>
          </a:p>
          <a:p>
            <a:pPr>
              <a:defRPr sz="1100" b="1">
                <a:solidFill>
                  <a:srgbClr val="00BFD8"/>
                </a:solidFill>
                <a:latin typeface="Consolas"/>
              </a:defRPr>
            </a:pPr>
            <a:r>
              <a:t>              │    Nginx :8080 (前端容器) 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│  /         → dist 静态文件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│  /api/*    → 反向代理 ────────┼──────┐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└───────────────────────────────┘  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                           ▼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    ┌───────────────────────────────┐</a:t>
            </a:r>
          </a:p>
          <a:p>
            <a:pPr>
              <a:defRPr sz="1100" b="1">
                <a:solidFill>
                  <a:srgbClr val="00BFD8"/>
                </a:solidFill>
                <a:latin typeface="Consolas"/>
              </a:defRPr>
            </a:pPr>
            <a:r>
              <a:t>                              │  FastAPI :8080 (后端容器) 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    │  rmt.zeabur.internal:8080     │</a:t>
            </a:r>
          </a:p>
          <a:p>
            <a:pPr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                            └───────────────────────────────┘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应用场景与领域语义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APPLICATION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438912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金融市场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λ₁ 异常 → 「市场模式」系统性风险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次级异常 → 行业板块效应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滚动窗口 → 实时金融危机预警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RMT降噪 → 更稳健的投资组合优化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474720" cy="438912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737360"/>
            <a:ext cx="5080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环境监测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异常特征值 → 突发区域性极端事件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沙尘暴/工业泄漏 多站点同步异常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19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IPR局部化 → 污染源空间定位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时序演化 → 污染事件生命周期追踪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737360"/>
            <a:ext cx="3474720" cy="438912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737360"/>
            <a:ext cx="50800" cy="43891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8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Microsoft YaHei"/>
              </a:defRPr>
            </a:pPr>
            <a:r>
              <a:t>神经科学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8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异常特征值 → 大规模脑网络同步激活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8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认知任务下的主导神经元活动模式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8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IPR → 功能网络模块化程度度量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8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降噪矩阵 → 更精确的功能连接估计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平台内置四领域语义解释器，用户可一键切换，自动获取领域专业解读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项目创新点与贡献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INNOVATIONS &amp;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515600" cy="868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8686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D8"/>
                </a:solidFill>
                <a:latin typeface="Microsoft YaHei"/>
              </a:defRPr>
            </a:pPr>
            <a:r>
              <a:t>非参数化信号检测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基于MP理论边界的自动阈值，消除了传统PCA人工设定主成分数量的主观性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515600" cy="868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508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多维可视化分析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特征值谱+IPR局部化+RMT降噪热力图+滚动窗口演化，四视图联动探索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515600" cy="868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508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领域语义解释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内置金融/环境/神经科学四领域知识库，自动为异常特征值提供专业解读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17720"/>
            <a:ext cx="10515600" cy="868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17720"/>
            <a:ext cx="50800" cy="8686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  <a:latin typeface="Microsoft YaHei"/>
              </a:defRPr>
            </a:pPr>
            <a:r>
              <a:t>AI 增强分析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集成LLM流式分析(SSE)，自动生成Markdown格式的深度洞察报告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10515600" cy="86868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50800" cy="868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3A"/>
                </a:solidFill>
                <a:latin typeface="Microsoft YaHei"/>
              </a:defRPr>
            </a:pPr>
            <a:r>
              <a:t>全栈工程实践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FastAPI+Vue3+Docker+Nginx完整工程链路，支持多平台一键部署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286000" cy="381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已完成工作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实现了 Wigner 半圆律和 M-P 分布的可视化对比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构建了完整的矩阵分析引擎（9步流水线）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基于MP理论实现了非参数化异常信号检测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集成了IPR局部化分析和RMT降噪功能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实现了滚动窗口λ₁演化风险监测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✅ 完成了全栈工程化与云端部署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solidFill>
            <a:srgbClr val="15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508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未来工作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🔮 支持更多RMT系综 (GUE, GSE, Wishart)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🔮 引入Kolmogorov-Smirnov拟合优度检验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🔮 扩展到张量数据 (多维随机矩阵)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🔮 增加更多领域的内置示例数据集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▸ 🔮 支持用户自定义AI提示词模板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感谢各位老师！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D8"/>
                </a:solidFill>
                <a:latin typeface="Microsoft YaHei"/>
              </a:defRPr>
            </a:pPr>
            <a:r>
              <a:t>敬请批评指正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RMT Analytics — 随机矩阵理论特征值谱分析平台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FastAPI + Vue 3 + ECharts +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FD8"/>
                </a:solidFill>
                <a:latin typeface="Microsoft YaHei"/>
              </a:defRPr>
            </a:pPr>
            <a:r>
              <a:t>GitHub: github.com/chnspace306/RMT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